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K_KAG</a:t>
            </a:r>
          </a:p>
          <a:p>
            <a:r>
              <a:t>Tier: TIER_4_INFERENCE_AGENTS</a:t>
            </a:r>
          </a:p>
          <a:p>
            <a:r>
              <a:t>Identity: Upstream OpenSPG/KAG @ fdab15b3929d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OpenSPG/KAG |</a:t>
            </a:r>
          </a:p>
          <a:p>
            <a:r>
              <a:t>| Commit | fdab15b3929d2ee40dfcdd388f90233096a6afc9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170.21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K_KAG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