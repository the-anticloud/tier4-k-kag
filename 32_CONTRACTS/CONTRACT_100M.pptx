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$100,000,000 — K Kag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Strategic | Scope:* Perpetual OEM + IP co-development agreement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K Kag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Perpetual OEM + IP co-development agreement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$100,000,000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OEM / platform partner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Included in package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